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9" r:id="rId1"/>
  </p:sldMasterIdLst>
  <p:sldIdLst>
    <p:sldId id="256" r:id="rId2"/>
    <p:sldId id="265" r:id="rId3"/>
    <p:sldId id="257" r:id="rId4"/>
    <p:sldId id="277" r:id="rId5"/>
    <p:sldId id="294" r:id="rId6"/>
    <p:sldId id="259" r:id="rId7"/>
    <p:sldId id="273" r:id="rId8"/>
    <p:sldId id="293" r:id="rId9"/>
    <p:sldId id="285" r:id="rId10"/>
    <p:sldId id="297" r:id="rId11"/>
    <p:sldId id="298" r:id="rId12"/>
    <p:sldId id="299" r:id="rId13"/>
    <p:sldId id="272" r:id="rId14"/>
    <p:sldId id="261" r:id="rId15"/>
    <p:sldId id="292" r:id="rId16"/>
    <p:sldId id="279" r:id="rId17"/>
    <p:sldId id="283" r:id="rId18"/>
    <p:sldId id="263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2" autoAdjust="0"/>
    <p:restoredTop sz="94608" autoAdjust="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3" y="16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9317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0833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50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4947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0030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701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7559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975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809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354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996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9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802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7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0156" y="4478694"/>
            <a:ext cx="5383764" cy="2575249"/>
          </a:xfrm>
        </p:spPr>
        <p:txBody>
          <a:bodyPr>
            <a:noAutofit/>
          </a:bodyPr>
          <a:lstStyle/>
          <a:p>
            <a:pPr lvl="1" algn="l">
              <a:lnSpc>
                <a:spcPct val="20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                                 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Submitted by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KAGITALA SAIKUMAR                                      228X1A4235</a:t>
            </a:r>
            <a:br>
              <a:rPr lang="en-US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DODDAKA VENKATA CHANDU                       228X1A4221</a:t>
            </a:r>
            <a:br>
              <a:rPr lang="en-US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RAVI  LAKSHMI SAI VARUN                            218X1A4279</a:t>
            </a:r>
          </a:p>
          <a:p>
            <a:pPr lvl="1" algn="l">
              <a:lnSpc>
                <a:spcPct val="20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KAMBALA VENKATA SAI PREM CHAND       228X1A4260</a:t>
            </a: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DA74625-83C0-9DBF-EB88-D3792394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1" cy="1483567"/>
          </a:xfrm>
          <a:prstGeom prst="rect">
            <a:avLst/>
          </a:prstGeom>
          <a:noFill/>
          <a:effectLst>
            <a:outerShdw blurRad="50800" dist="50800" sx="1000" sy="1000" algn="ctr" rotWithShape="0">
              <a:srgbClr val="000000"/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5519172"/>
            <a:ext cx="357362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Under the Esteemed Guidance of</a:t>
            </a:r>
          </a:p>
          <a:p>
            <a:pPr algn="ctr">
              <a:lnSpc>
                <a:spcPct val="150000"/>
              </a:lnSpc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Mr.K.VINOD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CSE - (AI &amp; ML)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829" y="1632857"/>
            <a:ext cx="79776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HematoVision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: Advanced Blood Cell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Classification </a:t>
            </a:r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UsingTransfer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Learning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9000"/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5928" y="149290"/>
            <a:ext cx="7886700" cy="120980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5927" y="1359095"/>
            <a:ext cx="3757811" cy="5153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Web Application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Technologies Used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Learning Concept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549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0000"/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81740"/>
            <a:ext cx="8123464" cy="3172408"/>
          </a:xfrm>
        </p:spPr>
        <p:txBody>
          <a:bodyPr wrap="square"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Hematovision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an AI-based project focused on advanced blood cell classification using transfer learning to detect, classify, and analyze white blood cell (WBC) subtypes. Developed as part of an AI/ML internship initiative  in collaboration with Smart Bridge/APSCHE, this project automates the identification of blood cells to support rapid, accurate medical diagnostics. An intelligent deep learning system for automated blood cell classification using transfer learning and CNNs.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3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7299B14-B792-2ED9-D360-5511393A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58DDAF-32CE-4690-83E9-98A6DB23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30" y="177282"/>
            <a:ext cx="7886700" cy="136227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894926-D01C-7B61-C2C5-2A2009E08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287" y="1362270"/>
            <a:ext cx="7886700" cy="5122506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focuses on identifying different types of blood cells using image processing and deep learning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upload microscopic blood cell images through a simple web interface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 uses a trained MobileNetV2 model to analyze and classify the images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predicts blood cell types such as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Eosinophil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Lymphocyte,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Monocyte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Neutrophil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application provides fast and accurate results to assist in medical analysis.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148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Literature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Survey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948" y="1492898"/>
            <a:ext cx="78867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Previous studies show that blood cell classification can be done using image processing and deep learning methods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Researchers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have used CNN models to automatically detect and classify white blood cells from microscopic images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Lightweight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models like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MobileNet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provide good accuracy with faster performance and less computation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approaches help improve efficiency and accuracy in medical diagnosis compared to manual methods.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0"/>
            <a:ext cx="7886700" cy="1352939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Architecture:</a:t>
            </a:r>
          </a:p>
        </p:txBody>
      </p:sp>
      <p:pic>
        <p:nvPicPr>
          <p:cNvPr id="4" name="Content Placeholder 3" descr="downloa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327" y="1111064"/>
            <a:ext cx="6139542" cy="2695825"/>
          </a:xfrm>
        </p:spPr>
      </p:pic>
      <p:sp>
        <p:nvSpPr>
          <p:cNvPr id="5" name="TextBox 4"/>
          <p:cNvSpPr txBox="1"/>
          <p:nvPr/>
        </p:nvSpPr>
        <p:spPr>
          <a:xfrm>
            <a:off x="727788" y="3965510"/>
            <a:ext cx="73303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1.Blood cell images are first collected and passed through image preprocessing 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2.The processed images are split into training and testing datasets.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3.A transfer learning–based deep learning model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pretrained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CNN extracts features and learns to classify blood cell types.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4.The model is evaluated using test data to measure performance and accuracy.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5.The trained model is integrated with a user interface to provide final prediction results.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D5FC65-5747-B2E5-8BEF-B47BD8DC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905D19-4D09-8EF9-7F76-BE0AC989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74" y="233265"/>
            <a:ext cx="7886700" cy="135293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Web Application: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EFFD7F-24D6-E050-B47E-9EA733980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519" y="2047869"/>
            <a:ext cx="7886700" cy="1632857"/>
          </a:xfrm>
        </p:spPr>
        <p:txBody>
          <a:bodyPr wrap="square"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Building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Pages: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this project create Two HTML files namely</a:t>
            </a:r>
          </a:p>
          <a:p>
            <a:pPr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home.html</a:t>
            </a:r>
          </a:p>
          <a:p>
            <a:pPr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result.html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948" y="1586204"/>
            <a:ext cx="6018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Frontend we used: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948" y="3619171"/>
            <a:ext cx="5921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Backend we used: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076519" y="4096892"/>
            <a:ext cx="61395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code: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App.py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Flask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MobileNetV2 deep learning model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894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named (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37487"/>
            <a:ext cx="7886700" cy="4935321"/>
          </a:xfrm>
        </p:spPr>
      </p:pic>
      <p:sp>
        <p:nvSpPr>
          <p:cNvPr id="5" name="TextBox 4"/>
          <p:cNvSpPr txBox="1"/>
          <p:nvPr/>
        </p:nvSpPr>
        <p:spPr>
          <a:xfrm>
            <a:off x="628650" y="606490"/>
            <a:ext cx="6839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Let’s see what our index.html page looks like: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74" y="0"/>
            <a:ext cx="7886700" cy="1325563"/>
          </a:xfrm>
        </p:spPr>
        <p:txBody>
          <a:bodyPr/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Test For Class-1 :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Neutrophil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unnamed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12" y="1775267"/>
            <a:ext cx="7791062" cy="3328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12" y="1002397"/>
            <a:ext cx="8009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clicking on choose file it will ask us to upload the image , then by clicking on the predict button , it will take us to the result.html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12" y="5327780"/>
            <a:ext cx="7791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Neutrophils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white blood cells that form the first line of defense against infections by destroying bacteria and foreign particles.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74" y="0"/>
            <a:ext cx="7886700" cy="1325563"/>
          </a:xfrm>
        </p:spPr>
        <p:txBody>
          <a:bodyPr/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Test For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Class-2 :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Monocyte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unnamed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12" y="1775267"/>
            <a:ext cx="7593951" cy="3328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12" y="1002397"/>
            <a:ext cx="8009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clicking on choose file it will ask us to upload the image , then by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clicking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the predict button , it will take us to the result.html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12" y="5327780"/>
            <a:ext cx="7791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Monocytes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white blood cells that help fight infections by ingesting pathogens and developing into macrophages or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dendritic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cells in tissues.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74" y="0"/>
            <a:ext cx="7886700" cy="1325563"/>
          </a:xfrm>
        </p:spPr>
        <p:txBody>
          <a:bodyPr/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Test For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Class-3 :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Lymphocyte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unnamed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64" y="1775267"/>
            <a:ext cx="7633609" cy="3328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12" y="1002397"/>
            <a:ext cx="8009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clicking on choose file it will ask us to upload the image , then by clicking on the predict button , it will take us to the result.html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12" y="5327780"/>
            <a:ext cx="7791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Lymphocytes are white blood cells responsible for adaptive immunity, producing antibodies and coordinating immune responses against infections.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74" y="0"/>
            <a:ext cx="7886700" cy="1325563"/>
          </a:xfrm>
        </p:spPr>
        <p:txBody>
          <a:bodyPr/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Test For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Class-4 :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Eosinophils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unnamed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26" y="1775267"/>
            <a:ext cx="7614947" cy="3328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12" y="1002397"/>
            <a:ext cx="8009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clicking on choose file it will ask us to upload the image , then by clicking on the predict button , it will take us to the result.html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12" y="5327780"/>
            <a:ext cx="7791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Eosinophils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white blood cells involved in combating parasitic infections and playing a role in allergic and inflammatory responses.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8F8F39-7A94-C7CA-6504-81E87B00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0880D4-61EA-770B-1222-EB37CD31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74440"/>
            <a:ext cx="7886700" cy="135293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Technologies Used: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AB7DFD-A76E-F8B8-569C-70F29B9A6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  for frontend design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for backend design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Keras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deep learning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MobileNetV2 for transfer learning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Flask for web application development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Anaconda Navigator for environment management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8447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0628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Transfer Learning Concept: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173" y="923731"/>
            <a:ext cx="7886700" cy="1222310"/>
          </a:xfrm>
        </p:spPr>
        <p:txBody>
          <a:bodyPr wrap="square"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Transfer learning enables the use of pre-trained CNN models that have already learned important image features from large datasets. In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HematoVision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 pre-trained MobileNetV2 model is used, and only the final layers are fine-tuned for blood cell classification.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hatGPT Image Feb 9, 2026, 04_49_0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2" y="2275116"/>
            <a:ext cx="8098971" cy="41723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Key Performance Benefits: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359" y="1690689"/>
            <a:ext cx="7886700" cy="1262808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Efficiency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Speed &amp; Accuracy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Multimodal Integration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8651" y="3244334"/>
            <a:ext cx="48626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Typical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Workflow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2980" y="3890665"/>
            <a:ext cx="594360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Preprocessing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Architecture Setup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Optimization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AEE3E5-A5FC-C603-BE53-0017501EB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BFFE6D-C2EC-D592-4423-4F387FC7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65110"/>
            <a:ext cx="7886700" cy="1306286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Applications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9052EB-733A-1921-60FB-3F1F9736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 algn="just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Scenario 1: Healthcare Automation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Real-time blood cell analysis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Reduces workload on pathologists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Faster and accurate diagnosis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Scenario 2: Telemedicine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Remote blood sample analysis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Useful for rural and underserved areas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Scenario 3: Medical Education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Interactive learning for students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Hands-on experience in cell classification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6213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1AA6D3-17AD-F315-1027-1C638845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46835-DD74-992F-7610-7ED81430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65110"/>
            <a:ext cx="7886700" cy="130628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r>
              <a:rPr lang="en-US" sz="3600" b="1" dirty="0" smtClean="0"/>
              <a:t>: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EB5ED3-9FB6-B078-BF47-E4A837D19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 accuracy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be used in healthcare and medical training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systems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Low computational cost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Scalable and reliable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Enables faster and more accurate blood cell diagnosis in hospitals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Cost-effective due to reduced equipment and labor dependency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Useful in rural and underserved areas with limited specialists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Minimizes human error in microscopic blood analysis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7497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668947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HematoVision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successfully demonstrates the use of transfer learning for automated blood cell classification. By combining deep learning and web-based deployment, the system provides an accurate, efficient, and scalable solution for medical diagnostics. The project highlights the potential of AI-driven tools in improving healthcare services.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126" y="2341367"/>
            <a:ext cx="3184398" cy="1325563"/>
          </a:xfrm>
        </p:spPr>
        <p:txBody>
          <a:bodyPr>
            <a:normAutofit/>
          </a:bodyPr>
          <a:lstStyle/>
          <a:p>
            <a:pPr algn="ctr"/>
            <a:r>
              <a:rPr sz="54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</TotalTime>
  <Words>793</Words>
  <Application>Microsoft Office PowerPoint</Application>
  <PresentationFormat>On-screen Show (4:3)</PresentationFormat>
  <Paragraphs>96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Table of Contents</vt:lpstr>
      <vt:lpstr>Slide 3</vt:lpstr>
      <vt:lpstr>Abstract:</vt:lpstr>
      <vt:lpstr>Literature Survey</vt:lpstr>
      <vt:lpstr>Architecture:</vt:lpstr>
      <vt:lpstr>Web Application:</vt:lpstr>
      <vt:lpstr>Slide 8</vt:lpstr>
      <vt:lpstr> Test For Class-1 : Neutrophil</vt:lpstr>
      <vt:lpstr> Test For Class-2 : Monocyte</vt:lpstr>
      <vt:lpstr> Test For Class-3 : Lymphocyte</vt:lpstr>
      <vt:lpstr> Test For Class-4 : Eosinophils</vt:lpstr>
      <vt:lpstr>Technologies Used:</vt:lpstr>
      <vt:lpstr>Transfer Learning Concept:</vt:lpstr>
      <vt:lpstr>Key Performance Benefits:</vt:lpstr>
      <vt:lpstr>Applications:</vt:lpstr>
      <vt:lpstr>Advantages:</vt:lpstr>
      <vt:lpstr>Conclusion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Prediction Dashboard using Machine Learning &amp; Flask</dc:title>
  <dc:creator>Swetha Mokarala</dc:creator>
  <dc:description>generated using python-pptx</dc:description>
  <cp:lastModifiedBy>Home</cp:lastModifiedBy>
  <cp:revision>100</cp:revision>
  <dcterms:created xsi:type="dcterms:W3CDTF">2013-01-27T09:14:16Z</dcterms:created>
  <dcterms:modified xsi:type="dcterms:W3CDTF">2026-02-10T16:02:13Z</dcterms:modified>
</cp:coreProperties>
</file>